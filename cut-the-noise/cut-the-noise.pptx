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Lst>
  <p:sldSz cy="6858000" cx="12192000"/>
  <p:notesSz cx="6858000" cy="9144000"/>
  <p:embeddedFontLst>
    <p:embeddedFont>
      <p:font typeface="Short Stack"/>
      <p:regular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ShortStack-regular.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0" name="Google Shape;15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7" name="Google Shape;15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5" name="Google Shape;16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3" name="Google Shape;17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1" name="Google Shape;18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9" name="Google Shape;18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7" name="Google Shape;19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3" name="Google Shape;20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0" name="Google Shape;21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8" name="Google Shape;21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4" name="Google Shape;22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0" name="Google Shape;23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6" name="Google Shape;23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12.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hyperlink" Target="https://review-bench.ai/" TargetMode="External"/><Relationship Id="rId5" Type="http://schemas.openxmlformats.org/officeDocument/2006/relationships/image" Target="../media/image1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23.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github.com/block/review" TargetMode="External"/><Relationship Id="rId5"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30.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29.png"/><Relationship Id="rId5" Type="http://schemas.openxmlformats.org/officeDocument/2006/relationships/hyperlink" Target="https://joahg.dev/cut-the-noise" TargetMode="External"/><Relationship Id="rId6"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534309" y="5271696"/>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611454" y="6010821"/>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102310" y="6001678"/>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562556" y="6001678"/>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022801" y="6044346"/>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483040" y="5992533"/>
            <a:ext cx="274319" cy="274321"/>
          </a:xfrm>
          <a:prstGeom prst="rect">
            <a:avLst/>
          </a:prstGeom>
          <a:noFill/>
          <a:ln>
            <a:noFill/>
          </a:ln>
        </p:spPr>
      </p:pic>
      <p:sp>
        <p:nvSpPr>
          <p:cNvPr id="48" name="Google Shape;48;p10"/>
          <p:cNvSpPr txBox="1"/>
          <p:nvPr/>
        </p:nvSpPr>
        <p:spPr>
          <a:xfrm>
            <a:off x="8926350" y="6304284"/>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All 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title="address-rate-no-july-v82.png"/>
          <p:cNvPicPr preferRelativeResize="0"/>
          <p:nvPr/>
        </p:nvPicPr>
        <p:blipFill rotWithShape="1">
          <a:blip r:embed="rId4">
            <a:alphaModFix/>
          </a:blip>
          <a:srcRect b="50" l="0" r="0" t="40"/>
          <a:stretch/>
        </p:blipFill>
        <p:spPr>
          <a:xfrm>
            <a:off x="886968" y="374904"/>
            <a:ext cx="10378441" cy="5184648"/>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45" name="Google Shape;145;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FFFFFF"/>
                </a:solidFill>
                <a:latin typeface="Avenir"/>
                <a:ea typeface="Avenir"/>
                <a:cs typeface="Avenir"/>
                <a:sym typeface="Avenir"/>
              </a:rPr>
              <a:t>Block internal data</a:t>
            </a:r>
            <a:endParaRPr>
              <a:solidFill>
                <a:srgbClr val="FFFFFF"/>
              </a:solidFill>
            </a:endParaRPr>
          </a:p>
        </p:txBody>
      </p:sp>
      <p:pic>
        <p:nvPicPr>
          <p:cNvPr id="146" name="Google Shape;146;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pic>
        <p:nvPicPr>
          <p:cNvPr id="152" name="Google Shape;152;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3" name="Google Shape;153;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pic>
        <p:nvPicPr>
          <p:cNvPr id="159" name="Google Shape;159;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0" name="Google Shape;160;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1" name="Google Shape;161;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pic>
        <p:nvPicPr>
          <p:cNvPr id="167" name="Google Shape;167;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8" name="Google Shape;168;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9" name="Google Shape;169;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4" name="Shape 174"/>
        <p:cNvGrpSpPr/>
        <p:nvPr/>
      </p:nvGrpSpPr>
      <p:grpSpPr>
        <a:xfrm>
          <a:off x="0" y="0"/>
          <a:ext cx="0" cy="0"/>
          <a:chOff x="0" y="0"/>
          <a:chExt cx="0" cy="0"/>
        </a:xfrm>
      </p:grpSpPr>
      <p:sp>
        <p:nvSpPr>
          <p:cNvPr id="175" name="Google Shape;175;p28"/>
          <p:cNvSpPr/>
          <p:nvPr/>
        </p:nvSpPr>
        <p:spPr>
          <a:xfrm>
            <a:off x="1161288" y="3657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precision and recall</a:t>
            </a:r>
            <a:endParaRPr>
              <a:solidFill>
                <a:srgbClr val="FFFFFF"/>
              </a:solidFill>
            </a:endParaRPr>
          </a:p>
        </p:txBody>
      </p:sp>
      <p:sp>
        <p:nvSpPr>
          <p:cNvPr id="176" name="Google Shape;176;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- 88.7% / 32.6%</a:t>
            </a:r>
            <a:endParaRPr>
              <a:solidFill>
                <a:srgbClr val="FFFFFF"/>
              </a:solidFill>
            </a:endParaRPr>
          </a:p>
        </p:txBody>
      </p:sp>
      <p:pic>
        <p:nvPicPr>
          <p:cNvPr id="177" name="Google Shape;177;p28"/>
          <p:cNvPicPr preferRelativeResize="0"/>
          <p:nvPr/>
        </p:nvPicPr>
        <p:blipFill>
          <a:blip r:embed="rId5">
            <a:alphaModFix/>
          </a:blip>
          <a:stretch>
            <a:fillRect/>
          </a:stretch>
        </p:blipFill>
        <p:spPr>
          <a:xfrm>
            <a:off x="594360" y="960120"/>
            <a:ext cx="10789919" cy="5303520"/>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pic>
        <p:nvPicPr>
          <p:cNvPr id="183" name="Google Shape;183;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4" name="Google Shape;184;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5" name="Google Shape;185;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2" name="Google Shape;192;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3" name="Google Shape;193;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pic>
        <p:nvPicPr>
          <p:cNvPr id="199" name="Google Shape;199;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pic>
        <p:nvPicPr>
          <p:cNvPr id="205" name="Google Shape;205;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6" name="Google Shape;206;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pic>
        <p:nvPicPr>
          <p:cNvPr id="212" name="Google Shape;212;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3" name="Google Shape;213;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4" name="Google Shape;214;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9" name="Shape 219"/>
        <p:cNvGrpSpPr/>
        <p:nvPr/>
      </p:nvGrpSpPr>
      <p:grpSpPr>
        <a:xfrm>
          <a:off x="0" y="0"/>
          <a:ext cx="0" cy="0"/>
          <a:chOff x="0" y="0"/>
          <a:chExt cx="0" cy="0"/>
        </a:xfrm>
      </p:grpSpPr>
      <p:sp>
        <p:nvSpPr>
          <p:cNvPr id="220" name="Google Shape;220;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5" name="Shape 225"/>
        <p:cNvGrpSpPr/>
        <p:nvPr/>
      </p:nvGrpSpPr>
      <p:grpSpPr>
        <a:xfrm>
          <a:off x="0" y="0"/>
          <a:ext cx="0" cy="0"/>
          <a:chOff x="0" y="0"/>
          <a:chExt cx="0" cy="0"/>
        </a:xfrm>
      </p:grpSpPr>
      <p:sp>
        <p:nvSpPr>
          <p:cNvPr id="226" name="Google Shape;226;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1" name="Shape 231"/>
        <p:cNvGrpSpPr/>
        <p:nvPr/>
      </p:nvGrpSpPr>
      <p:grpSpPr>
        <a:xfrm>
          <a:off x="0" y="0"/>
          <a:ext cx="0" cy="0"/>
          <a:chOff x="0" y="0"/>
          <a:chExt cx="0" cy="0"/>
        </a:xfrm>
      </p:grpSpPr>
      <p:sp>
        <p:nvSpPr>
          <p:cNvPr id="232" name="Google Shape;232;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 name="Shape 237"/>
        <p:cNvGrpSpPr/>
        <p:nvPr/>
      </p:nvGrpSpPr>
      <p:grpSpPr>
        <a:xfrm>
          <a:off x="0" y="0"/>
          <a:ext cx="0" cy="0"/>
          <a:chOff x="0" y="0"/>
          <a:chExt cx="0" cy="0"/>
        </a:xfrm>
      </p:grpSpPr>
      <p:pic>
        <p:nvPicPr>
          <p:cNvPr id="238" name="Google Shape;238;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9" name="Google Shape;239;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0" name="Google Shape;240;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