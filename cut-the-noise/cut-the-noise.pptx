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49" name="Google Shape;149;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6" name="Google Shape;15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4" name="Google Shape;16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2" name="Google Shape;172;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0" name="Google Shape;180;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 name="Google Shape;18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8" name="Google Shape;18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6" name="Google Shape;19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1" name="Google Shape;20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2" name="Google Shape;20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09" name="Google Shape;209;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7" name="Google Shape;217;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3" name="Google Shape;223;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29" name="Google Shape;229;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5" name="Google Shape;235;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4.pn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9.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hyperlink" Target="https://review-bench.ai/" TargetMode="External"/><Relationship Id="rId5"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6.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8.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9.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102310"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pic>
        <p:nvPicPr>
          <p:cNvPr id="145" name="Google Shape;145;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pic>
        <p:nvPicPr>
          <p:cNvPr id="151" name="Google Shape;151;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2" name="Google Shape;152;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id="158" name="Google Shape;158;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59" name="Google Shape;159;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0" name="Google Shape;160;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id="166" name="Google Shape;166;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7" name="Google Shape;167;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8" name="Google Shape;168;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3" name="Shape 173"/>
        <p:cNvGrpSpPr/>
        <p:nvPr/>
      </p:nvGrpSpPr>
      <p:grpSpPr>
        <a:xfrm>
          <a:off x="0" y="0"/>
          <a:ext cx="0" cy="0"/>
          <a:chOff x="0" y="0"/>
          <a:chExt cx="0" cy="0"/>
        </a:xfrm>
      </p:grpSpPr>
      <p:sp>
        <p:nvSpPr>
          <p:cNvPr id="174" name="Google Shape;174;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5" name="Google Shape;175;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6" name="Google Shape;176;p28"/>
          <p:cNvPicPr preferRelativeResize="0"/>
          <p:nvPr/>
        </p:nvPicPr>
        <p:blipFill>
          <a:blip r:embed="rId5">
            <a:alphaModFix/>
          </a:blip>
          <a:stretch>
            <a:fillRect/>
          </a:stretch>
        </p:blipFill>
        <p:spPr>
          <a:xfrm>
            <a:off x="594360" y="960120"/>
            <a:ext cx="10789919" cy="530352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id="182" name="Google Shape;182;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3" name="Google Shape;183;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4" name="Google Shape;184;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sp>
        <p:nvSpPr>
          <p:cNvPr id="190" name="Google Shape;190;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1" name="Google Shape;191;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2" name="Google Shape;192;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pic>
        <p:nvPicPr>
          <p:cNvPr id="198" name="Google Shape;198;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pic>
        <p:nvPicPr>
          <p:cNvPr id="204" name="Google Shape;204;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5" name="Google Shape;205;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pic>
        <p:nvPicPr>
          <p:cNvPr id="211" name="Google Shape;211;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2" name="Google Shape;212;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3" name="Google Shape;213;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8" name="Shape 218"/>
        <p:cNvGrpSpPr/>
        <p:nvPr/>
      </p:nvGrpSpPr>
      <p:grpSpPr>
        <a:xfrm>
          <a:off x="0" y="0"/>
          <a:ext cx="0" cy="0"/>
          <a:chOff x="0" y="0"/>
          <a:chExt cx="0" cy="0"/>
        </a:xfrm>
      </p:grpSpPr>
      <p:sp>
        <p:nvSpPr>
          <p:cNvPr id="219" name="Google Shape;219;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4" name="Shape 224"/>
        <p:cNvGrpSpPr/>
        <p:nvPr/>
      </p:nvGrpSpPr>
      <p:grpSpPr>
        <a:xfrm>
          <a:off x="0" y="0"/>
          <a:ext cx="0" cy="0"/>
          <a:chOff x="0" y="0"/>
          <a:chExt cx="0" cy="0"/>
        </a:xfrm>
      </p:grpSpPr>
      <p:sp>
        <p:nvSpPr>
          <p:cNvPr id="225" name="Google Shape;225;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0" name="Shape 230"/>
        <p:cNvGrpSpPr/>
        <p:nvPr/>
      </p:nvGrpSpPr>
      <p:grpSpPr>
        <a:xfrm>
          <a:off x="0" y="0"/>
          <a:ext cx="0" cy="0"/>
          <a:chOff x="0" y="0"/>
          <a:chExt cx="0" cy="0"/>
        </a:xfrm>
      </p:grpSpPr>
      <p:sp>
        <p:nvSpPr>
          <p:cNvPr id="231" name="Google Shape;231;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pic>
        <p:nvPicPr>
          <p:cNvPr id="237" name="Google Shape;237;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8" name="Google Shape;238;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39" name="Google Shape;239;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