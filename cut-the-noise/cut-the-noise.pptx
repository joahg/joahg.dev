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9" name="Ethan Schlenker"/>
  <p:cmAuthor clrIdx="1" id="1" initials="" lastIdx="1"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1:25:28.512">
    <p:pos x="347" y="304"/>
    <p:text>need to put the "account disabled" on angie's handle &gt;:)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2:56:42.663">
    <p:pos x="0" y="348"/>
    <p:text>the imagery here is a little, uh, cooked? Fried?  What do the kids say when something feels close but off? the coffee-&gt;money-&gt;coffee felt like an odd way to describe double charging</p:text>
  </p:cm>
  <p:cm authorId="1" idx="1" dt="2026-10-14T22:56:42.663">
    <p:pos x="0" y="348"/>
    <p:text>hahaha the intention here was to show the _good_ state - not double charging. I'll see if I can clean it up a little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1:12:24.133">
    <p:pos x="0" y="0"/>
    <p:text>related to the note on the previous slide, this image made me think that recall isn't important? then why do it?  
I think the words themselves are tricky to me, a new learner of these things</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3:34.733">
    <p:pos x="6000" y="0"/>
    <p:text>be nice to add some milestones about changes made along the way (eg, new model, prompt change, here's when we added the specialists, etc)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5:01.678">
    <p:pos x="6000" y="0"/>
    <p:text>give me a chart or something more compelling here! You won the whole thing! that's cool!</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6:37.562">
    <p:pos x="6000" y="0"/>
    <p:text>not sure this needs it's own slide? I like the next slide about "here's where the creative work is now"</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2" name="Google Shape;15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9" name="Google Shape;159;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7" name="Google Shape;16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5" name="Google Shape;175;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3" name="Google Shape;18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91" name="Google Shape;191;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9" name="Google Shape;199;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 name="Google Shape;20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5" name="Google Shape;205;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2" name="Google Shape;212;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20" name="Google Shape;22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6" name="Google Shape;226;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2" name="Google Shape;232;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8" name="Google Shape;238;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2.png"/><Relationship Id="rId8"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2.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3.xml"/><Relationship Id="rId4" Type="http://schemas.openxmlformats.org/officeDocument/2006/relationships/image" Target="../media/image4.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4.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hyperlink" Target="https://review-bench.ai/" TargetMode="External"/><Relationship Id="rId5" Type="http://schemas.openxmlformats.org/officeDocument/2006/relationships/image" Target="../media/image18.jpg"/><Relationship Id="rId6" Type="http://schemas.openxmlformats.org/officeDocument/2006/relationships/hyperlink" Target="https://review-bench.ai/"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5.xml"/><Relationship Id="rId4" Type="http://schemas.openxmlformats.org/officeDocument/2006/relationships/image" Target="../media/image28.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6.xml"/><Relationship Id="rId4" Type="http://schemas.openxmlformats.org/officeDocument/2006/relationships/hyperlink" Target="https://github.com/block/review" TargetMode="External"/><Relationship Id="rId5"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7.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8.xml"/><Relationship Id="rId4" Type="http://schemas.openxmlformats.org/officeDocument/2006/relationships/image" Target="../media/image27.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9.xml"/><Relationship Id="rId4" Type="http://schemas.openxmlformats.org/officeDocument/2006/relationships/image" Target="../media/image25.png"/><Relationship Id="rId5" Type="http://schemas.openxmlformats.org/officeDocument/2006/relationships/hyperlink" Target="https://joahg.dev/cut-the-noise" TargetMode="External"/><Relationship Id="rId6"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angie-jones-v84.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088506"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pic>
        <p:nvPicPr>
          <p:cNvPr id="145" name="Google Shape;145;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pic>
        <p:nvPicPr>
          <p:cNvPr id="146" name="Google Shape;146;p24" title="source-17-0.jpg">
            <a:hlinkClick r:id="rId6"/>
          </p:cNvPr>
          <p:cNvPicPr preferRelativeResize="0"/>
          <p:nvPr/>
        </p:nvPicPr>
        <p:blipFill rotWithShape="1">
          <a:blip r:embed="rId5">
            <a:alphaModFix/>
          </a:blip>
          <a:srcRect b="8147" l="23868" r="56533" t="74343"/>
          <a:stretch/>
        </p:blipFill>
        <p:spPr>
          <a:xfrm>
            <a:off x="7315200" y="4251960"/>
            <a:ext cx="4114800" cy="2066544"/>
          </a:xfrm>
          <a:prstGeom prst="rect">
            <a:avLst/>
          </a:prstGeom>
          <a:noFill/>
          <a:ln cap="flat" cmpd="sng" w="28575">
            <a:solidFill>
              <a:srgbClr val="93C47D"/>
            </a:solidFill>
            <a:prstDash val="solid"/>
            <a:round/>
            <a:headEnd len="sm" w="sm" type="none"/>
            <a:tailEnd len="sm" w="sm" type="none"/>
          </a:ln>
          <a:effectLst>
            <a:outerShdw blurRad="57150" rotWithShape="0" algn="bl" dir="5400000" dist="19050">
              <a:srgbClr val="000000">
                <a:alpha val="50000"/>
              </a:srgbClr>
            </a:outerShdw>
          </a:effectLst>
        </p:spPr>
      </p:pic>
      <p:sp>
        <p:nvSpPr>
          <p:cNvPr id="147" name="Google Shape;147;p24"/>
          <p:cNvSpPr/>
          <p:nvPr/>
        </p:nvSpPr>
        <p:spPr>
          <a:xfrm>
            <a:off x="4177000" y="4813925"/>
            <a:ext cx="1451700" cy="725700"/>
          </a:xfrm>
          <a:prstGeom prst="rect">
            <a:avLst/>
          </a:prstGeom>
          <a:noFill/>
          <a:ln cap="flat" cmpd="sng" w="19050">
            <a:solidFill>
              <a:srgbClr val="93C47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8" name="Google Shape;148;p24"/>
          <p:cNvCxnSpPr/>
          <p:nvPr/>
        </p:nvCxnSpPr>
        <p:spPr>
          <a:xfrm>
            <a:off x="5643400" y="5554525"/>
            <a:ext cx="1659000" cy="799800"/>
          </a:xfrm>
          <a:prstGeom prst="straightConnector1">
            <a:avLst/>
          </a:prstGeom>
          <a:noFill/>
          <a:ln cap="flat" cmpd="sng" w="19050">
            <a:solidFill>
              <a:srgbClr val="93C47D"/>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pic>
        <p:nvPicPr>
          <p:cNvPr id="154" name="Google Shape;154;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5" name="Google Shape;155;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pic>
        <p:nvPicPr>
          <p:cNvPr id="161" name="Google Shape;161;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2" name="Google Shape;162;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3" name="Google Shape;163;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pic>
        <p:nvPicPr>
          <p:cNvPr id="169" name="Google Shape;169;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70" name="Google Shape;170;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71" name="Google Shape;171;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6" name="Shape 176"/>
        <p:cNvGrpSpPr/>
        <p:nvPr/>
      </p:nvGrpSpPr>
      <p:grpSpPr>
        <a:xfrm>
          <a:off x="0" y="0"/>
          <a:ext cx="0" cy="0"/>
          <a:chOff x="0" y="0"/>
          <a:chExt cx="0" cy="0"/>
        </a:xfrm>
      </p:grpSpPr>
      <p:sp>
        <p:nvSpPr>
          <p:cNvPr id="177" name="Google Shape;177;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8" name="Google Shape;178;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9" name="Google Shape;179;p28" title="high-severity-chart-baked-v87.png"/>
          <p:cNvPicPr preferRelativeResize="0"/>
          <p:nvPr/>
        </p:nvPicPr>
        <p:blipFill>
          <a:blip r:embed="rId5">
            <a:alphaModFix/>
          </a:blip>
          <a:stretch>
            <a:fillRect/>
          </a:stretch>
        </p:blipFill>
        <p:spPr>
          <a:xfrm>
            <a:off x="594360" y="685800"/>
            <a:ext cx="10789919" cy="557784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pic>
        <p:nvPicPr>
          <p:cNvPr id="185" name="Google Shape;185;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6" name="Google Shape;186;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7" name="Google Shape;187;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4" name="Google Shape;194;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5" name="Google Shape;195;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pic>
        <p:nvPicPr>
          <p:cNvPr id="207" name="Google Shape;207;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8" name="Google Shape;208;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pic>
        <p:nvPicPr>
          <p:cNvPr id="214" name="Google Shape;214;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5" name="Google Shape;215;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6" name="Google Shape;216;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1" name="Shape 221"/>
        <p:cNvGrpSpPr/>
        <p:nvPr/>
      </p:nvGrpSpPr>
      <p:grpSpPr>
        <a:xfrm>
          <a:off x="0" y="0"/>
          <a:ext cx="0" cy="0"/>
          <a:chOff x="0" y="0"/>
          <a:chExt cx="0" cy="0"/>
        </a:xfrm>
      </p:grpSpPr>
      <p:sp>
        <p:nvSpPr>
          <p:cNvPr id="222" name="Google Shape;222;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7" name="Shape 227"/>
        <p:cNvGrpSpPr/>
        <p:nvPr/>
      </p:nvGrpSpPr>
      <p:grpSpPr>
        <a:xfrm>
          <a:off x="0" y="0"/>
          <a:ext cx="0" cy="0"/>
          <a:chOff x="0" y="0"/>
          <a:chExt cx="0" cy="0"/>
        </a:xfrm>
      </p:grpSpPr>
      <p:sp>
        <p:nvSpPr>
          <p:cNvPr id="228" name="Google Shape;228;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3" name="Shape 233"/>
        <p:cNvGrpSpPr/>
        <p:nvPr/>
      </p:nvGrpSpPr>
      <p:grpSpPr>
        <a:xfrm>
          <a:off x="0" y="0"/>
          <a:ext cx="0" cy="0"/>
          <a:chOff x="0" y="0"/>
          <a:chExt cx="0" cy="0"/>
        </a:xfrm>
      </p:grpSpPr>
      <p:sp>
        <p:nvSpPr>
          <p:cNvPr id="234" name="Google Shape;234;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pic>
        <p:nvPicPr>
          <p:cNvPr id="240" name="Google Shape;240;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41" name="Google Shape;241;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2" name="Google Shape;242;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